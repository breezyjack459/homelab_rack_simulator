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01 Title
Open with the problem space. Emphasize that this is not 'yet another monitoring tool' — it's a trust architecture. Mention Site24x7 + Visualping partnership.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02 The Real Problem
Set the stakes. Modern defacement is not just 'content changed' — it's multi-layered. The 4 attack vectors show what AI-only tools miss. Emphasize DNS as the trust anchor.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03 Attack Simulation
This is the soul slide. Walk through the attacker flow step by step. The animated path shows how each stage flows into the next. Then reveal our 3-layer interception. Use the animation to build tension.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04 AI-Only Fails
Position AI as assistant, not guardian. The 4 limitations show why probabilistic inference is insufficient for incident response. Emphasize the evidence gap — SOC needs certainty, not probability.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05 Capability Comparison
The kill slide. Walk through each row slowly. The 'Who is accountable?' row is the closer. Pause here — let the weight land. Enterprise buyers care about liability transfer.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06 Architecture
The philosophy slide. Each layer answers ONE question. Don't rush — let the audience absorb the vertical flow. The tool mapping at the bottom is the practical hook. Close with the quote.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07 Layer Breakdown
The practical deployment slide. Show what actually gets deployed, with frequencies. The IPv6 quote is the punchline — most enterprises are blind to this attack surface.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08 Visual Deep Dive
Visualping is not a screenshot tool — it's a detection layer. The 4 threats show why DOM monitoring is insufficient. CSS overlay phishing is the scariest because the DOM doesn't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09 IPv6 Blind Spot
The blind spot slide. Three hard facts about IPv6 preference. This is technical but critical — CISOs need to understand that their IPv4-only monitoring is monitoring a ghost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SOC Model
Time-bound SLA slide. The 1-5-15 model is the operational promise. Walk through the workflow tree. This is what separates a tool from a security operations platform.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 Audit &amp; Compliance
Government/HA compliance slide. Immutable audit trail and vendor liability are the decision factors for regulated industries. RBAC and SOC 2 are table stakes.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 TCO Reality
The money slide. DIY is never free — engineering time is the hidden cost. Emphasize predictability: enterprise budgets need predictable OPEX, not surprise engineering sprints.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 Why Others Fall Short
Optional but powerful. Map competitor categories to their fatal weakness. Don't name specific competitors — categories are safer and more professional. Close each row with our advantage.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 Conclusion
The closing. Three powerful quotes. The comparison strip is the final anchor. Leave the audience with: we don't just detect — we prove. We don't just monitor — we guarantee.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acktam/Documents/HomeLab_Rack_Simulator/outputs/manual-20260506-presentations/html-to-ppt/slides/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acktam/Documents/HomeLab_Rack_Simulator/outputs/manual-20260506-presentations/html-to-ppt/slides/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acktam/Documents/HomeLab_Rack_Simulator/outputs/manual-20260506-presentations/html-to-ppt/slides/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acktam/Documents/HomeLab_Rack_Simulator/outputs/manual-20260506-presentations/html-to-ppt/slides/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acktam/Documents/HomeLab_Rack_Simulator/outputs/manual-20260506-presentations/html-to-ppt/slides/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acktam/Documents/HomeLab_Rack_Simulator/outputs/manual-20260506-presentations/html-to-ppt/slides/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acktam/Documents/HomeLab_Rack_Simulator/outputs/manual-20260506-presentations/html-to-ppt/slides/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acktam/Documents/HomeLab_Rack_Simulator/outputs/manual-20260506-presentations/html-to-ppt/slides/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acktam/Documents/HomeLab_Rack_Simulator/outputs/manual-20260506-presentations/html-to-ppt/slides/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acktam/Documents/HomeLab_Rack_Simulator/outputs/manual-20260506-presentations/html-to-ppt/slides/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acktam/Documents/HomeLab_Rack_Simulator/outputs/manual-20260506-presentations/html-to-ppt/slides/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acktam/Documents/HomeLab_Rack_Simulator/outputs/manual-20260506-presentations/html-to-ppt/slides/slid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acktam/Documents/HomeLab_Rack_Simulator/outputs/manual-20260506-presentations/html-to-ppt/slides/slide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acktam/Documents/HomeLab_Rack_Simulator/outputs/manual-20260506-presentations/html-to-ppt/slides/slide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Trust Integrity Monitoring System</dc:title>
  <dc:subject>Converted from HTML deck</dc:subject>
  <dc:creator>Codex</dc:creator>
  <cp:lastModifiedBy>Codex</cp:lastModifiedBy>
  <cp:revision>1</cp:revision>
  <dcterms:created xsi:type="dcterms:W3CDTF">2026-05-06T08:43:44Z</dcterms:created>
  <dcterms:modified xsi:type="dcterms:W3CDTF">2026-05-06T08:43:44Z</dcterms:modified>
</cp:coreProperties>
</file>